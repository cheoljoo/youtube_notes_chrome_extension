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0" r:id="rId13"/>
    <p:sldId id="278" r:id="rId14"/>
    <p:sldId id="279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82" r:id="rId25"/>
    <p:sldId id="277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-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5D54AC-A661-4C52-BF41-0B84CBAFA9C9}" type="datetimeFigureOut">
              <a:rPr lang="ko-KR" altLang="en-US" smtClean="0"/>
              <a:t>2025-12-28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97A26-6BAB-4CD0-823C-A9FB6FBEF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25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https://chrome.google.com/webstore/devconsole/fe5bd375-f499-4a2a-a6c0-55b54af8bd81/oklpnlmafbbkmpnpgnbgabimkcamlnfo/edit/listing</a:t>
            </a:r>
          </a:p>
          <a:p>
            <a:r>
              <a:rPr lang="en-US" altLang="ko-KR" dirty="0" smtClean="0"/>
              <a:t>https://chrome.google.com/webstore/devconsole/fe5bd375-f499-4a2a-a6c0-55b54af8bd81/settings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497A26-6BAB-4CD0-823C-A9FB6FBEF12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904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https://chrome.google.com/webstore/devconsole/fe5bd375-f499-4a2a-a6c0-55b54af8bd81/oklpnlmafbbkmpnpgnbgabimkcamlnfo/edit/listing</a:t>
            </a:r>
          </a:p>
          <a:p>
            <a:r>
              <a:rPr lang="en-US" altLang="ko-KR" dirty="0" smtClean="0"/>
              <a:t>https://chrome.google.com/webstore/devconsole/fe5bd375-f499-4a2a-a6c0-55b54af8bd81/settings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497A26-6BAB-4CD0-823C-A9FB6FBEF12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744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https://chrome.google.com/webstore/devconsole/fe5bd375-f499-4a2a-a6c0-55b54af8bd81/oklpnlmafbbkmpnpgnbgabimkcamlnfo/edit/listing</a:t>
            </a:r>
          </a:p>
          <a:p>
            <a:r>
              <a:rPr lang="en-US" altLang="ko-KR" dirty="0" smtClean="0"/>
              <a:t>https://chrome.google.com/webstore/devconsole/fe5bd375-f499-4a2a-a6c0-55b54af8bd81/settings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497A26-6BAB-4CD0-823C-A9FB6FBEF12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413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YouTube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t>Chrome Extension Development &amp; Publishing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16" y="1065009"/>
            <a:ext cx="7561323" cy="4500572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6082235" y="1286059"/>
            <a:ext cx="2251904" cy="34216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65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📌 Extension Name: YouTube Notes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✨ Purpose: Save YouTube video info with tags, opinions &amp; export as CSV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🎯 Target Users: Students, researchers, content creators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📊 Key Features: Auto metadata extraction, tag management, CSV export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14400" y="3967141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 smtClean="0">
                <a:solidFill>
                  <a:srgbClr val="0070C0"/>
                </a:solidFill>
              </a:rPr>
              <a:t>Youtube</a:t>
            </a:r>
            <a:r>
              <a:rPr lang="en-US" altLang="ko-KR" dirty="0" smtClean="0">
                <a:solidFill>
                  <a:srgbClr val="0070C0"/>
                </a:solidFill>
              </a:rPr>
              <a:t> Notes extensions are partially paid.</a:t>
            </a:r>
          </a:p>
          <a:p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 smtClean="0">
                <a:solidFill>
                  <a:srgbClr val="0070C0"/>
                </a:solidFill>
              </a:rPr>
              <a:t>Source code : </a:t>
            </a:r>
          </a:p>
          <a:p>
            <a:r>
              <a:rPr lang="ko-KR" altLang="en-US" dirty="0" smtClean="0">
                <a:solidFill>
                  <a:srgbClr val="0070C0"/>
                </a:solidFill>
              </a:rPr>
              <a:t>https</a:t>
            </a:r>
            <a:r>
              <a:rPr lang="ko-KR" altLang="en-US" dirty="0">
                <a:solidFill>
                  <a:srgbClr val="0070C0"/>
                </a:solidFill>
              </a:rPr>
              <a:t>://github.com/cheoljoo/youtube_notes_chrome_extension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Development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Phase 1️⃣: Core Functionality Setup (popup.html, popup.js)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Phase 2️⃣: Storage &amp; Data Management (chrome.storage API)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Phase 3️⃣: YouTube Metadata Extraction (scripting API)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Phase 4️⃣: CSV Export Feature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Phase 5️⃣: UI/UX Enhancement (filtering, tag management)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Key Features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YouTube Title &amp; Publish Date Extraction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Smart Tag Management (reusable tags with suggestions)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Opinion Notes (multi-line textarea)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Tag-based Filtering (click tag to filter notes)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CSV Download (with all metadata)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Local-only Storage (privacy-first)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Project 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📁 manifest.json - Extension configuration &amp; permissions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📁 popup.html/js - Main UI &amp; user interactions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📁 options.html/js - Settings page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📁 background.js - Service worker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📁 images/ - Icons (16x16, 48x48, 128x128 PNG)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📁 privacy_policy.html - Privacy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Development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💻 Language: JavaScript (ES6+)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🛠️ APIs: Chrome Storage, Chrome Scripting, Chrome Tabs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🎨 UI: HTML5, CSS3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📦 Build: Python (for icon generation)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📊 Data Format: JSON (storage), CSV (export)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Testing &amp; QA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1️⃣ Load extension in development mode (chrome://extensions)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2️⃣ Test on real YouTube videos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3️⃣ Verify metadata extraction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4️⃣ Check tag filtering functionality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5️⃣ Validate CSV export format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6️⃣ Test on multiple YouTube pages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Permission 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🔒 storage - Local note storage (no cloud)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📑 activeTab - Current tab URL capture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⚙️ scripting - YouTube metadata extraction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🌐 Host Permission - YouTube.com access only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✨ NO identity/OAuth - Local storage only!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Pre-Submission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manifest.json properly configured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Icons created (16, 48, 128 PNG)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Privacy policy written (English)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README.md with usage instructions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All files packaged as .zip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No external code/resources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Chrome Web Store - Account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1️⃣ Visit: chrome.google.com/</a:t>
            </a:r>
            <a:r>
              <a:rPr dirty="0" err="1"/>
              <a:t>webstore</a:t>
            </a:r>
            <a:r>
              <a:rPr dirty="0"/>
              <a:t>/</a:t>
            </a:r>
            <a:r>
              <a:rPr dirty="0" err="1"/>
              <a:t>devconsole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2️⃣ Sign in with Google account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u="sng" dirty="0"/>
              <a:t>3️⃣ Pay $5 USD developer registration fee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4️⃣ Go to Account tab → Add contact email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5️⃣ Verify email address (check inbox)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6️⃣ Ready for submission!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8149" y="2247653"/>
            <a:ext cx="350095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70C0"/>
                </a:solidFill>
              </a:rPr>
              <a:t>Not found Korea</a:t>
            </a:r>
          </a:p>
          <a:p>
            <a:r>
              <a:rPr lang="en-US" altLang="ko-KR" dirty="0" smtClean="0">
                <a:solidFill>
                  <a:srgbClr val="0070C0"/>
                </a:solidFill>
              </a:rPr>
              <a:t>Choose any country to pass at once</a:t>
            </a:r>
          </a:p>
          <a:p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 smtClean="0">
                <a:solidFill>
                  <a:srgbClr val="0070C0"/>
                </a:solidFill>
              </a:rPr>
              <a:t>But, it is make a big issue.</a:t>
            </a:r>
          </a:p>
          <a:p>
            <a:r>
              <a:rPr lang="en-US" altLang="ko-KR" dirty="0" smtClean="0">
                <a:solidFill>
                  <a:srgbClr val="0070C0"/>
                </a:solidFill>
              </a:rPr>
              <a:t>We can not be Trader. </a:t>
            </a:r>
          </a:p>
          <a:p>
            <a:r>
              <a:rPr lang="en-US" altLang="ko-KR" dirty="0" smtClean="0">
                <a:solidFill>
                  <a:srgbClr val="0070C0"/>
                </a:solidFill>
              </a:rPr>
              <a:t>Because not find Korea South.</a:t>
            </a:r>
          </a:p>
          <a:p>
            <a:r>
              <a:rPr lang="en-US" altLang="ko-KR" dirty="0" smtClean="0">
                <a:solidFill>
                  <a:srgbClr val="0070C0"/>
                </a:solidFill>
              </a:rPr>
              <a:t>Actually it is Korea’s SW power.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984" y="4278978"/>
            <a:ext cx="3534268" cy="8573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6" y="423239"/>
            <a:ext cx="8316912" cy="598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55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38748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rPr sz="4000" dirty="0"/>
              <a:t>Chrome Web Store </a:t>
            </a:r>
            <a:r>
              <a:rPr lang="en-US" altLang="ko-KR" sz="4000" dirty="0" smtClean="0"/>
              <a:t>–</a:t>
            </a:r>
            <a:r>
              <a:rPr sz="4000" dirty="0" smtClean="0"/>
              <a:t> </a:t>
            </a:r>
            <a:r>
              <a:rPr lang="en-US" sz="4000" dirty="0" smtClean="0"/>
              <a:t>email verification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1️⃣ Visit: chrome.google.com/</a:t>
            </a:r>
            <a:r>
              <a:rPr dirty="0" err="1"/>
              <a:t>webstore</a:t>
            </a:r>
            <a:r>
              <a:rPr dirty="0"/>
              <a:t>/</a:t>
            </a:r>
            <a:r>
              <a:rPr dirty="0" err="1"/>
              <a:t>devconsole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2️⃣ Sign in with Google account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3️⃣ Pay $5 USD developer registration fee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4️⃣ Go to Account tab → Add contact email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u="sng" dirty="0"/>
              <a:t>5️⃣ Verify email address (check inbox)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6️⃣ Ready for submission!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635852"/>
            <a:ext cx="4309561" cy="439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242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20920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rPr sz="4000" dirty="0"/>
              <a:t>Chrome Web Store </a:t>
            </a:r>
            <a:r>
              <a:rPr lang="en-US" altLang="ko-KR" sz="4000" dirty="0" smtClean="0"/>
              <a:t>–</a:t>
            </a:r>
            <a:r>
              <a:rPr sz="4000" dirty="0" smtClean="0"/>
              <a:t> </a:t>
            </a:r>
            <a:r>
              <a:rPr lang="en-US" sz="4000" dirty="0" smtClean="0"/>
              <a:t>Privacy</a:t>
            </a:r>
            <a:endParaRPr sz="4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603" y="1551530"/>
            <a:ext cx="4444913" cy="428197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937878" y="6064496"/>
            <a:ext cx="620612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https://github.com/cheoljoo/youtube_notes_chrome_extension/blob/main/privacy_policy.html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457200" y="1197862"/>
            <a:ext cx="416934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ko-KR" sz="1200" b="1" dirty="0"/>
              <a:t/>
            </a:r>
            <a:br>
              <a:rPr lang="ko-KR" altLang="ko-KR" sz="1200" b="1" dirty="0"/>
            </a:br>
            <a:r>
              <a:rPr lang="ko-KR" altLang="ko-KR" sz="1200" b="1" dirty="0" err="1"/>
              <a:t>Single</a:t>
            </a:r>
            <a:r>
              <a:rPr lang="ko-KR" altLang="ko-KR" sz="1200" b="1" dirty="0"/>
              <a:t> </a:t>
            </a:r>
            <a:r>
              <a:rPr lang="ko-KR" altLang="ko-KR" sz="1200" b="1" dirty="0" err="1"/>
              <a:t>purpose</a:t>
            </a:r>
            <a:r>
              <a:rPr lang="ko-KR" altLang="ko-KR" sz="1200" b="1" dirty="0"/>
              <a:t> </a:t>
            </a:r>
            <a:r>
              <a:rPr lang="ko-KR" altLang="ko-KR" sz="1200" b="1" dirty="0" err="1"/>
              <a:t>description</a:t>
            </a:r>
            <a:endParaRPr lang="en-US" altLang="ko-KR" sz="1200" b="1" dirty="0"/>
          </a:p>
          <a:p>
            <a:pPr marL="171450" lvl="0" indent="-171450" defTabSz="914400">
              <a:buFontTx/>
              <a:buChar char="-"/>
            </a:pPr>
            <a:r>
              <a:rPr lang="en-US" altLang="ko-KR" sz="1200" b="1" dirty="0"/>
              <a:t>save notes and tags for </a:t>
            </a:r>
            <a:r>
              <a:rPr lang="en-US" altLang="ko-KR" sz="1200" b="1" dirty="0" err="1"/>
              <a:t>youtube</a:t>
            </a:r>
            <a:r>
              <a:rPr lang="en-US" altLang="ko-KR" sz="1200" b="1" dirty="0"/>
              <a:t> clips.</a:t>
            </a:r>
          </a:p>
          <a:p>
            <a:pPr marL="171450" lvl="0" indent="-171450" defTabSz="914400">
              <a:buFontTx/>
              <a:buChar char="-"/>
            </a:pPr>
            <a:endParaRPr lang="en-US" altLang="ko-KR" sz="1200" b="1" dirty="0"/>
          </a:p>
          <a:p>
            <a:pPr lvl="0" defTabSz="914400"/>
            <a:r>
              <a:rPr lang="ko-KR" altLang="ko-KR" sz="1200" b="1" dirty="0" err="1"/>
              <a:t>storage</a:t>
            </a:r>
            <a:r>
              <a:rPr lang="ko-KR" altLang="ko-KR" sz="1200" b="1" dirty="0"/>
              <a:t> </a:t>
            </a:r>
            <a:r>
              <a:rPr lang="ko-KR" altLang="ko-KR" sz="1200" b="1" dirty="0" err="1"/>
              <a:t>justification</a:t>
            </a:r>
            <a:endParaRPr lang="en-US" altLang="ko-KR" sz="1200" b="1" dirty="0"/>
          </a:p>
          <a:p>
            <a:pPr marL="171450" lvl="0" indent="-171450" defTabSz="914400">
              <a:buFontTx/>
              <a:buChar char="-"/>
            </a:pPr>
            <a:r>
              <a:rPr lang="en-US" altLang="ko-KR" sz="1200" b="1" dirty="0"/>
              <a:t>Local note storage and tag management</a:t>
            </a:r>
          </a:p>
          <a:p>
            <a:pPr marL="171450" lvl="0" indent="-171450" defTabSz="914400">
              <a:buFontTx/>
              <a:buChar char="-"/>
            </a:pPr>
            <a:endParaRPr lang="en-US" altLang="ko-KR" sz="1200" b="1" dirty="0"/>
          </a:p>
          <a:p>
            <a:pPr lvl="0" defTabSz="914400"/>
            <a:r>
              <a:rPr lang="ko-KR" altLang="ko-KR" sz="1200" b="1" dirty="0" err="1"/>
              <a:t>activeTab</a:t>
            </a:r>
            <a:r>
              <a:rPr lang="ko-KR" altLang="ko-KR" sz="1200" b="1" dirty="0"/>
              <a:t> </a:t>
            </a:r>
            <a:r>
              <a:rPr lang="ko-KR" altLang="ko-KR" sz="1200" b="1" dirty="0" err="1"/>
              <a:t>justification</a:t>
            </a:r>
            <a:endParaRPr lang="en-US" altLang="ko-KR" sz="1200" b="1" dirty="0"/>
          </a:p>
          <a:p>
            <a:pPr marL="171450" lvl="0" indent="-171450" defTabSz="914400">
              <a:buFontTx/>
              <a:buChar char="-"/>
            </a:pPr>
            <a:r>
              <a:rPr lang="en-US" altLang="ko-KR" sz="1200" b="1" dirty="0"/>
              <a:t>Current tab URL capture for note linking</a:t>
            </a:r>
          </a:p>
          <a:p>
            <a:pPr lvl="0" defTabSz="914400"/>
            <a:r>
              <a:rPr lang="en-US" altLang="ko-KR" sz="1200" b="1" dirty="0"/>
              <a:t/>
            </a:r>
            <a:br>
              <a:rPr lang="en-US" altLang="ko-KR" sz="1200" b="1" dirty="0"/>
            </a:br>
            <a:r>
              <a:rPr lang="en-US" altLang="ko-KR" sz="1200" b="1" dirty="0"/>
              <a:t>scripting justification</a:t>
            </a:r>
            <a:br>
              <a:rPr lang="en-US" altLang="ko-KR" sz="1200" b="1" dirty="0"/>
            </a:br>
            <a:r>
              <a:rPr lang="en-US" altLang="ko-KR" sz="1200" b="1" dirty="0"/>
              <a:t>- YouTube metadata extraction (title, publish date)</a:t>
            </a:r>
          </a:p>
          <a:p>
            <a:pPr lvl="0" defTabSz="914400"/>
            <a:r>
              <a:rPr lang="en-US" altLang="ko-KR" sz="1200" b="1" dirty="0"/>
              <a:t/>
            </a:r>
            <a:br>
              <a:rPr lang="en-US" altLang="ko-KR" sz="1200" b="1" dirty="0"/>
            </a:br>
            <a:r>
              <a:rPr lang="en-US" altLang="ko-KR" sz="1200" b="1" dirty="0"/>
              <a:t>identity justification</a:t>
            </a:r>
            <a:br>
              <a:rPr lang="en-US" altLang="ko-KR" sz="1200" b="1" dirty="0"/>
            </a:br>
            <a:r>
              <a:rPr lang="en-US" altLang="ko-KR" sz="1200" b="1" dirty="0"/>
              <a:t>- identify will be used as local</a:t>
            </a:r>
          </a:p>
          <a:p>
            <a:pPr lvl="0" defTabSz="914400"/>
            <a:r>
              <a:rPr lang="ko-KR" altLang="ko-KR" sz="1200" b="1" dirty="0"/>
              <a:t/>
            </a:r>
            <a:br>
              <a:rPr lang="ko-KR" altLang="ko-KR" sz="1200" b="1" dirty="0"/>
            </a:br>
            <a:r>
              <a:rPr lang="ko-KR" altLang="ko-KR" sz="1200" b="1" dirty="0"/>
              <a:t>Host </a:t>
            </a:r>
            <a:r>
              <a:rPr lang="ko-KR" altLang="ko-KR" sz="1200" b="1" dirty="0" err="1"/>
              <a:t>permission</a:t>
            </a:r>
            <a:r>
              <a:rPr lang="ko-KR" altLang="ko-KR" sz="1200" b="1" dirty="0"/>
              <a:t> </a:t>
            </a:r>
            <a:r>
              <a:rPr lang="ko-KR" altLang="ko-KR" sz="1200" b="1" dirty="0" err="1"/>
              <a:t>justification</a:t>
            </a:r>
            <a:endParaRPr lang="en-US" altLang="ko-KR" sz="1200" b="1" dirty="0"/>
          </a:p>
          <a:p>
            <a:pPr marL="285750" lvl="0" indent="-285750" defTabSz="914400">
              <a:buFontTx/>
              <a:buChar char="-"/>
            </a:pPr>
            <a:r>
              <a:rPr lang="en-US" altLang="ko-KR" sz="1200" b="1" dirty="0"/>
              <a:t>YouTube page access for metadata extraction only</a:t>
            </a:r>
          </a:p>
          <a:p>
            <a:pPr lvl="0" defTabSz="914400"/>
            <a:endParaRPr kumimoji="0" lang="ko-KR" altLang="ko-KR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9436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Submission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1️⃣ Create new item → Upload youtube_notes_v1.0.0.zip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2️⃣ Fill basic info: Name, Description, Category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3️⃣ Upload icon (128x128) &amp; promo tiles (440x280)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4️⃣ Add 1-2 screenshots (1280x800 recommended)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5️⃣ Set language (English, Korean, etc)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6️⃣ Save Draft → Click Publish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1956" y="2731401"/>
            <a:ext cx="2036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0070C0"/>
                </a:solidFill>
              </a:rPr>
              <a:t>Register Screenshot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76335" y="3283613"/>
            <a:ext cx="170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0070C0"/>
                </a:solidFill>
              </a:rPr>
              <a:t>Use only </a:t>
            </a:r>
            <a:r>
              <a:rPr lang="en-US" altLang="ko-KR" dirty="0" err="1" smtClean="0">
                <a:solidFill>
                  <a:srgbClr val="0070C0"/>
                </a:solidFill>
              </a:rPr>
              <a:t>english</a:t>
            </a:r>
            <a:endParaRPr lang="ko-KR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Store Listing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📝 Title: YouTube Notes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📝 Short Description: Save YouTube info with tags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📝 Detailed Description: Full feature overview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📝 Category: Productivity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📝 Language: English (also Korean for international)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📝 Support email: Your contact email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Privacy &amp; Compliance Declaration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No remote code usage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No user data collection (local only)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No third-party data sharing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Honest permission requests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Clear privacy policy provided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All 3 policy agreements checked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Chrome Web Store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⏳ Review Duration: 1-3 days (usually)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🔍 Automated Checks: Malware, code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👥 Manual Review: Functionality &amp; policy compliance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⚠️ Host permission = In-depth review (but approved if justified)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📧 Notification via email when approved/rejected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After Approval 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🎉 Extension goes live on Chrome Web Store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🔍 Users can search: 'YouTube Notes'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⭐ Users can rate &amp; review your extension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📊 View analytics: Users, ratings, crashes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🔄 Update extension: Upload new .zip, increase version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Updates &amp;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1️⃣ Increase version in manifest.json (e.g., 1.0.1)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2️⃣ Update files (popup.js, etc)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3️⃣ Re-zip and upload to store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4️⃣ Write release notes for update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5️⃣ Monitor user reviews &amp; feedback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6️⃣ Plan next features based on feedback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Best Practices Going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🛡️ Security: Never store sensitive data externally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⚡ Performance: Minimize background processes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👤 UX: Keep interface simple &amp; intuitive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📱 Compatibility: Test on different Chrome versions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📢 Marketing: Promote on GitHub, forums, Twitter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💬 Support: Respond to user issues promptly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Common Issues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❌ 'Unable to publish' → Check Account tab email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❌ 'Invalid manifest' → Validate manifest.json syntax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❌ Icon issues → Ensure PNG 16x16, 48x48, 128x128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❌ Rejection → Review error message, re-submit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❌ Slow review → Check for policy violations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Project Success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📅 Days 1-3: Core development &amp; testing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📅 Days 4-5: Polish UI &amp;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📅 Day 6: Package &amp; prepare submission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📅 Day 7: Submit to Chrome Web Store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📅 Days 8-10: Review &amp; approval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📅 Day 11: Live on Chrome Web Store! 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84547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rPr lang="en-US" dirty="0" smtClean="0"/>
              <a:t>Chrome</a:t>
            </a:r>
            <a:r>
              <a:rPr lang="ko-KR" altLang="en-US" dirty="0" smtClean="0"/>
              <a:t>에 등록</a:t>
            </a:r>
            <a:endParaRPr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61" y="1331974"/>
            <a:ext cx="7874302" cy="446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22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58883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rPr lang="en-US" altLang="ko-KR" dirty="0" smtClean="0"/>
              <a:t>New Function of v1.1.0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800"/>
              </a:spcAft>
              <a:buFontTx/>
              <a:buChar char="-"/>
              <a:defRPr sz="2000">
                <a:solidFill>
                  <a:srgbClr val="3C3C3C"/>
                </a:solidFill>
              </a:defRPr>
            </a:pPr>
            <a:r>
              <a:rPr lang="en-US" altLang="ko-KR" dirty="0"/>
              <a:t>Tag Filter</a:t>
            </a: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FontTx/>
              <a:buChar char="-"/>
              <a:defRPr sz="2000">
                <a:solidFill>
                  <a:srgbClr val="3C3C3C"/>
                </a:solidFill>
              </a:defRPr>
            </a:pPr>
            <a:r>
              <a:rPr lang="en-US" dirty="0" smtClean="0"/>
              <a:t>Save </a:t>
            </a:r>
            <a:r>
              <a:rPr lang="en-US" dirty="0" smtClean="0"/>
              <a:t>to </a:t>
            </a:r>
            <a:r>
              <a:rPr lang="en-US" dirty="0" err="1" smtClean="0"/>
              <a:t>supabase</a:t>
            </a:r>
            <a:r>
              <a:rPr lang="en-US" dirty="0"/>
              <a:t> </a:t>
            </a:r>
            <a:r>
              <a:rPr lang="en-US" dirty="0" smtClean="0"/>
              <a:t>to synchronize</a:t>
            </a:r>
            <a:endParaRPr lang="en-US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8" r="14888"/>
          <a:stretch/>
        </p:blipFill>
        <p:spPr>
          <a:xfrm>
            <a:off x="457200" y="2246749"/>
            <a:ext cx="4271133" cy="381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633" y="2962952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884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Congratulations!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t>Your Chrome Extension is Live!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1040</Words>
  <Application>Microsoft Office PowerPoint</Application>
  <PresentationFormat>화면 슬라이드 쇼(4:3)</PresentationFormat>
  <Paragraphs>169</Paragraphs>
  <Slides>26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cheoljoo lee</dc:creator>
  <cp:keywords/>
  <dc:description>generated using python-pptx</dc:description>
  <cp:lastModifiedBy>cheoljoo lee</cp:lastModifiedBy>
  <cp:revision>16</cp:revision>
  <dcterms:created xsi:type="dcterms:W3CDTF">2013-01-27T09:14:16Z</dcterms:created>
  <dcterms:modified xsi:type="dcterms:W3CDTF">2025-12-28T10:33:27Z</dcterms:modified>
  <cp:category/>
</cp:coreProperties>
</file>